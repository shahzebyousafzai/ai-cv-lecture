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counting words to ChatGPT — how machines learned to predict the next word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P(wₜ | w₁, w₂, …, wₜ₋₁)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Discussion  ·  ~1.5 hours  ·  Computer Vision &amp; AI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 in two acts: before transformers, and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FOUNDATIONS | ~45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language model, really?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models: language as counting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counting breaks down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language models (Bengio, 2003)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pretraining revolution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TRANSFORMER ERA | ~45 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models: GPT — predict the next token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models: BERT — fill in the blanks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T5: everything is text-to-text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vs BERT vs T5 — when to use which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ChatGPT + recap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Language Model?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distribution over sequences of words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one every day. 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keyboard suggests the next word as you type — that is a language model at work.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assigns a probability to a sequence of words.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Equivalently: given the words so far, it predicts what comes next.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P(“the cat sat on the mat”) should be high. P(“mat the on sat cat the”) should be tiny.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today — GPT, BERT, T5 — is an answer to one question: how do we estimate these probabilities?</a:t>
            </a:r>
            <a:endParaRPr lang="en-US" sz="1400" dirty="0"/>
          </a:p>
        </p:txBody>
      </p:sp>
      <p:pic>
        <p:nvPicPr>
          <p:cNvPr id="7" name="Image 0" descr="/sessions/amazing-fervent-pasteur/mnt/outputs/img/swiftkey-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97311"/>
            <a:ext cx="3017520" cy="2183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4251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Word2vec”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Language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idea: just count how often word pairs appear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assumption: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word depends only on the last n−1 words — not the whole history.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(n=2): P(next | previous word)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 (n=3): P(next | previous two words)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by counting in a large corpus — no learning, just statistics.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for ~30 years: speech recognition, translation, autocomplete.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32588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0F244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ESTIMATE, FROM COUNTS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8745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P(food | want)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Count(“want food”)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÷ Count(“want”)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want …”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food   0.32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  0.28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   0.11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zebra  0.0001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Counting Breaks 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walls that n-gram models could never climb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word combinations never appear in any corpus. Unseen trigram → probability zero, even if perfectly sensible.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“Cat” and “dog” are unrelated symbols. Seeing “the cat sleeps” teaches nothing about “the dog sleeps”.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rarely exceeds 5 — the model literally cannot see past the last few words. Long-range meaning is invisible.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all three: stop treating words as symbols to count — represent them as vectors and learn.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Language Models (2003)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Bengio's idea: learn word vectors and the predictor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context word → embedding vector (matrix C, shared across positions).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maps the context vectors to a softmax over the whole vocabulary.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words get similar vectors → the model generalizes: “cat” evidence helps “dog”.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sparsity and generalization — the two fatal n-gram flaws.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is where word embeddings (Session 21!) were born — as a side effect of language modeling.</a:t>
            </a:r>
            <a:endParaRPr lang="en-US" sz="1400" dirty="0"/>
          </a:p>
        </p:txBody>
      </p:sp>
      <p:pic>
        <p:nvPicPr>
          <p:cNvPr id="7" name="Image 0" descr="/sessions/amazing-fervent-pasteur/mnt/outputs/img/bengio-fig1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37830"/>
            <a:ext cx="3566160" cy="30393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4526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Bengio et al. (2003), “A Neural Probabilistic Language Model”, JMLR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We Already Built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21–23 gave us every ingredient we need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21 — Word embeddings: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as vectors that capture meaning.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22 — RNNs/LSTMs: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LMs over long sequences, one word at a time. Better, but slow and forgetful.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— Transformers: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lets every word see every other word, all in parallel.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models are transformers trained as language models — the encoder, the decoder, or both.</a:t>
            </a:r>
            <a:endParaRPr lang="en-US" sz="1400" dirty="0"/>
          </a:p>
        </p:txBody>
      </p:sp>
      <p:pic>
        <p:nvPicPr>
          <p:cNvPr id="7" name="Image 0" descr="/sessions/amazing-fervent-pasteur/mnt/outputs/img/transformer-encoder-deco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86814"/>
            <a:ext cx="4023360" cy="2695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44805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GPT-2”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Pretraining Revolution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is free — labels are expensive. Use the text itself as the teacher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Pretrain: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huge model on billions of words of plain text. The task: predict words. No human labels needed.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Fine-tune: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that pretrained model and adapt it to your task (classification, QA, …) with a small labeled set.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as ImageNet pretraining in computer vision — but the “labels” come free from the text.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design choice: WHAT exactly do we ask the model to predict?</a:t>
            </a:r>
            <a:endParaRPr lang="en-US" sz="1400" dirty="0"/>
          </a:p>
        </p:txBody>
      </p:sp>
      <p:pic>
        <p:nvPicPr>
          <p:cNvPr id="7" name="Image 0" descr="/sessions/amazing-fervent-pasteur/mnt/outputs/img/bert-transfer-le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739127"/>
            <a:ext cx="3977640" cy="21910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44348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BERT”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Learn From Raw 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in the road that defines GPT and BERT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sessions/amazing-fervent-pasteur/mnt/outputs/img/self-attention-and-masked-self-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76" y="1234440"/>
            <a:ext cx="5861247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3200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GPT-2” (CC BY-NC-SA 4.0)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0E7FA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 ·  “Fill in the blank”  →  BERT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950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sentence, some words hidden. Bidirectional — great at understanding.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0F2440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 ·  “What comes next?”  →  GPT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950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LEFT context, predicts the next token. Causal — great at generating.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Autoregressive Language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decoder trained on one task — predict the next token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(2018) = Generative Pre-trained Transformer: decoder blocks only.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self-attention: each token may look left, never right — no cheating.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scores the entire vocabulary; softmax turns scores into P(next token).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just text. Every position in every sentence is a free training example.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objective, at scale, produces a model that can write.</a:t>
            </a:r>
            <a:endParaRPr lang="en-US" sz="1400" dirty="0"/>
          </a:p>
        </p:txBody>
      </p:sp>
      <p:pic>
        <p:nvPicPr>
          <p:cNvPr id="7" name="Image 0" descr="/sessions/amazing-fervent-pasteur/mnt/outputs/img/openai-transformer-language-mode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0626"/>
            <a:ext cx="3840480" cy="2702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44805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BERT”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Autoregression: Generating Word by Word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output becomes its next input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sessions/amazing-fervent-pasteur/mnt/outputs/img/gpt2-autoregression-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82" y="1188720"/>
            <a:ext cx="6534036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35204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GPT-2” (CC BY-NC-SA 4.0)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8862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931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prompt into the model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51760" y="38862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61488" y="3931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P(next token)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0" y="38862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3931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(sample or argmax)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40880" y="38862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50608" y="3931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it, repeat from step 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Story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recipe, more of everything — and abilities kept emerging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sessions/amazing-fervent-pasteur/mnt/outputs/img/gpt2-si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418" y="1188720"/>
            <a:ext cx="5985164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3401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GPT-2” (CC BY-NC-SA 4.0)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 (2018): 117M params  →  GPT-2 (2019): 1.5B  →  GPT-3 (2020): 175B — a 1,000× jump in two years.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could do tasks from instructions alone (“in-context learning”) — no fine-tuning.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= a GPT model + instruction tuning + human feedback (RLHF). The core is still next-token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Masked Language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15% of the words — make the model fill in the blanks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(2018) = Bidirectional Encoder Representations from Transformers: encoder blocks only.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mask 15% of input tokens; predict the originals from BOTH directions.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[MASK] sat on the mat” → context on both sides says “cat”.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Bidirectionality = deeper understanding, but BERT cannot generate text.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objective: Next Sentence Prediction — does sentence B follow sentence A?</a:t>
            </a:r>
            <a:endParaRPr lang="en-US" sz="1400" dirty="0"/>
          </a:p>
        </p:txBody>
      </p:sp>
      <p:pic>
        <p:nvPicPr>
          <p:cNvPr id="7" name="Image 0" descr="/sessions/amazing-fervent-pasteur/mnt/outputs/img/BERT-language-modeling-masked-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12255"/>
            <a:ext cx="3886200" cy="2553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44531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BERT”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Pretrain Once, Fine-tune Everywhere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pretrained encoder became the backbone of a whole generation of NLP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/sessions/amazing-fervent-pasteur/mnt/outputs/img/bert-fig1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017" y="1188720"/>
            <a:ext cx="5603966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3611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Devlin et al. (2019), “BERT”, arXiv:1810.04805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for every task — only the small output layer changes.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BERT-Base: 12 layers, 110M params  ·  BERT-Large: 24 layers, 340M params.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Smashed 11 NLP benchmarks at once — classification, QA, tagging, inference.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T5: Everything Is Text-to-Text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format — task instructions live inside the input 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6" name="Image 0" descr="/sessions/amazing-fervent-pasteur/mnt/outputs/img/t5-fig1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870" y="1188720"/>
            <a:ext cx="6162261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4930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Raffel et al. (2020), “Exploring the Limits of Transfer Learning… (T5)”, arXiv:1910.10683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encoder–decoder transformer: reads with an encoder (like BERT), writes with a decoder (like GPT).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summarization, classification, even regression (“3.8”) — all become: text in → text out.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with span corruption — mask whole spans, generate them back. A prompt-based view before prompting was cool.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vs BERT vs T5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architectures, three objectives, three sweet spots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48840"/>
                <a:gridCol w="2514600"/>
                <a:gridCol w="2148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7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+ Decoder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Next-token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words (+NSP)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corruption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(left-only)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(enc) + causal (dec)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generate?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its whole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Writing, chat,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Understanding, classification,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Translation,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Descendants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GPT-3/4, ChatGPT, Claude, 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RoBERTa, DistilBERT, ALBERT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FLAN-T5, BART (cousin)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in One 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counting bigrams to conversational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25400">
            <a:solidFill>
              <a:srgbClr val="8FB3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219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rule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Counting-based LMs power speech &amp; MT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14016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847088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47088" y="324612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3192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LM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Bengio: embeddings + neural nets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03904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16" name="Text 14"/>
          <p:cNvSpPr/>
          <p:nvPr/>
        </p:nvSpPr>
        <p:spPr>
          <a:xfrm>
            <a:off x="3236976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36976" y="214884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C9D8E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2219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93792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26864" y="324612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0E7FA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3192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&amp; BERT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Pretrain-then-finetune era begins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24" name="Text 22"/>
          <p:cNvSpPr/>
          <p:nvPr/>
        </p:nvSpPr>
        <p:spPr>
          <a:xfrm>
            <a:off x="6016752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16752" y="214884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0E7FA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22219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GPT-2, T5, GPT-3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unlocks generation &amp; few-shot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73568" y="1783080"/>
            <a:ext cx="182880" cy="18288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324612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0F244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3192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era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 + RLHF → assistants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to Remember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keep only five ideas from today, keep these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28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84048" cy="384048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predicts words  —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GPT, BERT, T5 — is a strategy for doing this better.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384048" cy="384048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19476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N-grams: count → hit three walls  —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Sparsity, no generalization, tiny context.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615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LMs: represent → generalize  —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 2003: embeddings + a network, learned together.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28269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(GPT): predict the NEXT token  —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Left-to-right, causal attention → born to generate.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9502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(BERT): predict the MISSING token  —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→ born to understand. T5 unifies both as text-to-text.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in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pretrained models with Hugging Face — generation, fill-mask, and fine-tuning on your own data.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think about before next time: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BERT write an essay, even though it “knows” more context than GPT?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next-token prediction is so simple, where does ChatGPT's apparent reasoning come from?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24  ·  Language Models  ·  Computer Vision &amp; AI Course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2026-07-13T18:07:20Z</dcterms:created>
  <dcterms:modified xsi:type="dcterms:W3CDTF">2026-07-13T18:07:20Z</dcterms:modified>
</cp:coreProperties>
</file>