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128016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-  DEEP LEARNING ESSENTIALS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-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Recipe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Cats vs Dogs classifier by fine-tuning a pre-trained ResNet18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min  -  End-to-end project notebook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- Phase 2 progress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3383280"/>
            <a:ext cx="8412480" cy="0"/>
          </a:xfrm>
          <a:prstGeom prst="line">
            <a:avLst/>
          </a:prstGeom>
          <a:noFill/>
          <a:ln w="38100">
            <a:solidFill>
              <a:srgbClr val="6B7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834640"/>
            <a:ext cx="1097280" cy="1097280"/>
          </a:xfrm>
          <a:prstGeom prst="ellipse">
            <a:avLst/>
          </a:prstGeom>
          <a:solidFill>
            <a:srgbClr val="065A8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MLP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Tensors, autograd,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loop, MNIST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2834640"/>
            <a:ext cx="502920" cy="5029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1097280" cy="1097280"/>
          </a:xfrm>
          <a:prstGeom prst="ellipse">
            <a:avLst/>
          </a:prstGeom>
          <a:solidFill>
            <a:srgbClr val="065A8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Training Tricks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4572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layers, BatchNorm,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CIFAR-10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2834640"/>
            <a:ext cx="502920" cy="5029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6960" y="2834640"/>
            <a:ext cx="1097280" cy="1097280"/>
          </a:xfrm>
          <a:prstGeom prst="ellipse">
            <a:avLst/>
          </a:prstGeom>
          <a:solidFill>
            <a:srgbClr val="F9616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77824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78240" y="4572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ResNet18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Cats vs Dogs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notebook is your Phase 2 milestone deliverable.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training from scratch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training set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ResNet50 from scratch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k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you usually have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11535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206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So... how do we get high accuracy with a tiny dataset and modest compute?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566928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what someone else has already learned. -&gt; Transfer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- re-use learned features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029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 detector and a dog detector both need to recognise: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 textures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&amp; noses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25196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proportions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lighting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low-level features are already learned by any ImageNet-trained model.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00800" y="2103120"/>
            <a:ext cx="521208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103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ResNet18 (ImageNet)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0" y="3291840"/>
            <a:ext cx="521208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final layer (1000 -&gt; 2 classes)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0" y="4480560"/>
            <a:ext cx="5212080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4805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Cats vs Dogs (small LR)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5303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0" y="5669280"/>
            <a:ext cx="52120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669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accuracy in minutes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you can grab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torchvision.models   -   one line, batteries included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11535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ResNet18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starting point - small + fast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10911535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 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3246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accuracy, modest cost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EfficientNet-B0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accuracy/parameter ratio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43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MobileNetV3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edge deployment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ViT-B/16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0" y="4892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 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0" y="4892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lots of data + GPU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2697480"/>
            <a:ext cx="164592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ResNet18 - small enough to fine-tune on a laptop GPU in under 5 minutes.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vs Fine-tuning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backbone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- only the head trains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dataset is enough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beat fine-tuning when data is plentiful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datasets, fast prototyping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554480"/>
            <a:ext cx="54864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7512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whole network (small LR)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- all weights update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per class minimum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destroy pre-trained features if LR too high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937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projects (today's recipe)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Dogs - 2-class image classifier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train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validation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219456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#1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219456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51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#2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5120640"/>
            <a:ext cx="219456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#3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164592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train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3383280"/>
            <a:ext cx="219456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#1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31920" y="4251960"/>
            <a:ext cx="219456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4251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#2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31920" y="5120640"/>
            <a:ext cx="219456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#3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2194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your dataset like this and PyTorch will auto-discover classes: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2926080"/>
            <a:ext cx="4846320" cy="2468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346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675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cats/  -&gt; cat_001.jpg, cat_002.jpg ...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005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dogs/  -&gt; dog_001.jpg, dog_002.jpg ...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4334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cats/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49926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dogs/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5486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Auto-downloaded by the notebook (~70 MB).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pipeline - 7 steps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448" y="1554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8" y="1554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88376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837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812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2328" y="2468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vs Dogs zip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78328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44088" y="1554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4088" y="1554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840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71840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1276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26968" y="2468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train, normalise both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12968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1554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1554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655304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530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4740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61608" y="2468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 classes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47608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113368" y="1554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13368" y="1554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Shape 28"/>
          <p:cNvSpPr/>
          <p:nvPr/>
        </p:nvSpPr>
        <p:spPr>
          <a:xfrm>
            <a:off x="938768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938768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8204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ResNet18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96248" y="2468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weights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026768" y="3840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26768" y="3840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Shape 34"/>
          <p:cNvSpPr/>
          <p:nvPr/>
        </p:nvSpPr>
        <p:spPr>
          <a:xfrm>
            <a:off x="2301088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230108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895448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head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09648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1000 -&gt; 2 classes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95648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4861408" y="3840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1408" y="3840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Shape 41"/>
          <p:cNvSpPr/>
          <p:nvPr/>
        </p:nvSpPr>
        <p:spPr>
          <a:xfrm>
            <a:off x="5135728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513572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730088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44288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lr=1e-4, 5 epochs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30288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696048" y="384048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96048" y="3840480"/>
            <a:ext cx="2468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7970368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797036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564728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export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878928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CM, F1, TorchScript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more than just accuracy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63040" y="2194560"/>
            <a:ext cx="1463040" cy="118872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1463040" cy="1188720"/>
          </a:xfrm>
          <a:prstGeom prst="rect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463040" y="3383280"/>
            <a:ext cx="1463040" cy="1188720"/>
          </a:xfrm>
          <a:prstGeom prst="rect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520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28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926080" y="3383280"/>
            <a:ext cx="1463040" cy="118872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520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4617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-&gt;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246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-&gt;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2194560"/>
            <a:ext cx="109728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total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25146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- misleading on imbalanced 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154680"/>
            <a:ext cx="109728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3474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my positive predictions, how many were right?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4114800"/>
            <a:ext cx="109728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4069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4434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did I catch?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5074920"/>
            <a:ext cx="109728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5029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5029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2*P*R / (P+R)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29400" y="53949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- balances precision &amp; recall.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ship the trained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691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state_dict (.pth)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learned weights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model class definition to load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file - cleanest for re-training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2519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torch.save(model.state_dict(), ...)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120640"/>
            <a:ext cx="50292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20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development &amp; continued training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554480"/>
            <a:ext cx="54864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1691640"/>
            <a:ext cx="548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1691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 (.pt)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675120" y="27432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Self-contained: weights + computation graph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324612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without the original Python class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374904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Loadable in C++ (LibTorch)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75120" y="425196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torch.jit.trace(model, example).save(...)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5120640"/>
            <a:ext cx="50292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5120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deployment &amp; inference servers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 - build the milestone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11535" cy="4206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Day3_Transfer_Learning_CatsDogs.ipynb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56032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Auto-download Cats vs Dogs and inspect the folder structure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9992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953512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ImageNet-style transforms (augment train, plain val)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39242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346704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ResNet18 with pre-trained weights and replace the final fc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37856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739896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all weights with Adam at lr=1e-4 for 5 epochs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417880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133088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best checkpoint based on validation accuracy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45720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52628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confusion matrix, precision, recall, F1 per class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96519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4919472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mis-classified images - what does the model still confuse?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53583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5312664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state_dict + TorchScript - ready for deployment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95% validation accuracy in under 5 minutes of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3 / 3 - 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 &amp; what's next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COMPLETE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any neural network in PyTorch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MLP, CNN and pre-trained models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BatchNorm, Dropout, augmentation, LR schedulers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4114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custom datasets with ImageFolder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46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754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 and ship a real classifier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- Phase 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CV Tasks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0" y="299923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- YOLOv8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350215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 - U-Net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0" y="400507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 - Mask R-CNN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450799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- MediaPipe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0" y="501091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4846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- PaddleOCR &amp; EasyOCR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0" y="551383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717804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pipeline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3 - Transfer Learning Milestone</dc:title>
  <dc:subject>Phase 2 - Deep Learning Essentials</dc:subject>
  <dc:creator>AI &amp; CV Course</dc:creator>
  <cp:lastModifiedBy>AI &amp; CV Course</cp:lastModifiedBy>
  <cp:revision>1</cp:revision>
  <dcterms:created xsi:type="dcterms:W3CDTF">2026-05-01T17:38:34Z</dcterms:created>
  <dcterms:modified xsi:type="dcterms:W3CDTF">2026-05-01T17:38:34Z</dcterms:modified>
</cp:coreProperties>
</file>